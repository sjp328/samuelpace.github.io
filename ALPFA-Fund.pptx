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60" r:id="rId3"/>
    <p:sldId id="261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76"/>
    <p:restoredTop sz="94620"/>
  </p:normalViewPr>
  <p:slideViewPr>
    <p:cSldViewPr snapToGrid="0">
      <p:cViewPr varScale="1">
        <p:scale>
          <a:sx n="103" d="100"/>
          <a:sy n="103" d="100"/>
        </p:scale>
        <p:origin x="7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D791-E80A-4B22-1BE5-137AEA5D5F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FB9072-CE39-4058-DFBF-AE900D1A3A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00164-03AA-116D-C139-30BB6904A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27493-DE89-8243-AFB7-EF67FE806581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C8199-233D-AD83-4A43-E2915C9F7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8B8CC-12CA-907E-2182-271D75F6C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AE6EC-FBD5-514E-91C3-F8B717620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54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C03B-C070-CDC0-9876-C8352FF19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D8821-6367-B850-9E36-16C211326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783E9-B1FA-EA7F-A5AE-3410906D0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27493-DE89-8243-AFB7-EF67FE806581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06C6F-15E2-CDFD-D8BF-0EA6B9AFF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B8E91-3C1C-DAA6-85E0-8A9E7D7F8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AE6EC-FBD5-514E-91C3-F8B717620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458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2870C-DBFD-5C31-C0D9-2B3F64130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B47D8-7684-EA43-A886-4CA43EEC3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90805-789B-7B1D-8752-3F0714A9F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27493-DE89-8243-AFB7-EF67FE806581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04AC8-CAAE-9D5E-3D84-BFBAEFEB3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27CC2-2932-1D74-3A9A-607358531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AE6EC-FBD5-514E-91C3-F8B717620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083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3DFE2-BBFD-5787-6F5F-B43A25BFB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9AB71-7368-AD46-7DB8-BD3EBBE6D7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EC78B-682C-4674-ED51-9C98520DD2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94288-3762-B358-471D-C610C3BA8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27493-DE89-8243-AFB7-EF67FE806581}" type="datetimeFigureOut">
              <a:rPr lang="en-US" smtClean="0"/>
              <a:t>4/9/25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1E4B55-49A3-8B76-6233-CC11F1FDC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5080E-F60F-07FA-AEF6-8AE57BD1A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AE6EC-FBD5-514E-91C3-F8B717620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320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06E76-0A64-43C7-A22D-E2BE46AB8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1B2CC-047D-D0EA-1B64-47131E89D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17068-5151-7673-5DF0-2091DA0C3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AAD58D-F185-882B-1BCA-B8B4C1D11A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8F7109-D5B4-B9BB-54B4-CBE5923F03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A87842-802F-5E0D-26D6-358199EE3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27493-DE89-8243-AFB7-EF67FE806581}" type="datetimeFigureOut">
              <a:rPr lang="en-US" smtClean="0"/>
              <a:t>4/9/25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B21428-2063-6F51-F4E7-2CC96A447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404E95-1779-A0AD-8AA5-3842B19F3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AE6EC-FBD5-514E-91C3-F8B717620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899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E4C4C-E433-639E-FA7A-B49098FD2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82BB92-096E-31CB-D326-72745B6C3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27493-DE89-8243-AFB7-EF67FE806581}" type="datetimeFigureOut">
              <a:rPr lang="en-US" smtClean="0"/>
              <a:t>4/9/25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E0D3EC-62CF-4EA1-1C31-0591F20FE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4D855-C6FD-0C36-315D-63068875D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AE6EC-FBD5-514E-91C3-F8B717620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050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4FA85F-842A-99BB-5FA0-8D7681727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27493-DE89-8243-AFB7-EF67FE806581}" type="datetimeFigureOut">
              <a:rPr lang="en-US" smtClean="0"/>
              <a:t>4/9/25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06E7D9-447B-10F7-F73A-38233C438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AF277-FC9D-1FE2-3E7C-87817696D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AE6EC-FBD5-514E-91C3-F8B717620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91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4AA56-4759-1315-7C43-3B387BFA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2FF87-5C3B-E71A-234E-CCA673E38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A1DC2-C06B-94F2-E175-4305F7499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11B91-67CB-9918-49F6-14F4A63D7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27493-DE89-8243-AFB7-EF67FE806581}" type="datetimeFigureOut">
              <a:rPr lang="en-US" smtClean="0"/>
              <a:t>4/9/25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75FA5-E690-F8FE-32EE-47FA5A6AB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F54EA7-B6AB-8DCE-B05E-80ED59856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AE6EC-FBD5-514E-91C3-F8B717620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287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767BC-3B32-6F76-610C-1B4B88D6F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991AD9-6E5C-2CEE-6B4A-2D471F4F8E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ECF9B6-29A7-5B6D-3B92-BAB86076D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4B05A-C8B2-351B-37FE-C84732536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27493-DE89-8243-AFB7-EF67FE806581}" type="datetimeFigureOut">
              <a:rPr lang="en-US" smtClean="0"/>
              <a:t>4/9/25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156F8-D21D-E139-7C01-8AA0E6D01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AA21A-9342-DF78-A8E5-2DFD41E37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AE6EC-FBD5-514E-91C3-F8B717620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761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762DC-D570-5E1B-D13C-6ED3059D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F3D7B-FD01-4F2D-9AF5-05BE185C40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6B92D-D0B1-362C-27A1-1D7B73EE1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27493-DE89-8243-AFB7-EF67FE806581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7B1CF-2F1C-785A-3222-D133503D8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BB7BE-16D5-C9FA-3CA7-3339AA83F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AE6EC-FBD5-514E-91C3-F8B717620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16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928B37-8288-09E7-7305-0CCF98041A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5ABFF-069D-565E-F064-95ADA2E46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83A6F-446C-7E6D-E38C-553676537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27493-DE89-8243-AFB7-EF67FE806581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1C559-A099-158D-B36F-0C8F4A2FB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21DB1-8097-2845-43A0-E75638F43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AE6EC-FBD5-514E-91C3-F8B717620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066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7909B2-2B3E-8DF6-4765-D83261DA4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A1597-D5D2-4BE7-A29D-FB94DA1D4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B2E31-C6AE-E3DA-FB01-82BBC3BB2E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27493-DE89-8243-AFB7-EF67FE806581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FB237-553A-17A1-D2A6-134223445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70AA5-CCD2-B974-D297-9E84E15995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1AE6EC-FBD5-514E-91C3-F8B717620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37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C438A4-4EB6-079D-D4FB-F5C07ABCB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F28311-71CF-F8B7-2372-533000E6C7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376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38653A-3FA8-85E4-79A1-81D0A53CC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diagram of pie charts&#10;&#10;AI-generated content may be incorrect.">
            <a:extLst>
              <a:ext uri="{FF2B5EF4-FFF2-40B4-BE49-F238E27FC236}">
                <a16:creationId xmlns:a16="http://schemas.microsoft.com/office/drawing/2014/main" id="{A3D055F1-B8E2-F888-C21D-EB1E217045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73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C73BA7-C74B-A053-CEF0-DA3413ECF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oster of a presentation&#10;&#10;AI-generated content may be incorrect.">
            <a:extLst>
              <a:ext uri="{FF2B5EF4-FFF2-40B4-BE49-F238E27FC236}">
                <a16:creationId xmlns:a16="http://schemas.microsoft.com/office/drawing/2014/main" id="{B96C8FC5-ED16-02E2-3694-E60C6B89C7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728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5D9D7-2541-2494-FFEE-85611FCA1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C8DAB165-791C-38DA-A33F-3CBFD0F70E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103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Liz Hernandez</dc:creator>
  <cp:lastModifiedBy>Liz Hernandez</cp:lastModifiedBy>
  <cp:revision>1</cp:revision>
  <dcterms:created xsi:type="dcterms:W3CDTF">2025-04-10T02:53:10Z</dcterms:created>
  <dcterms:modified xsi:type="dcterms:W3CDTF">2025-04-10T02:56:38Z</dcterms:modified>
</cp:coreProperties>
</file>